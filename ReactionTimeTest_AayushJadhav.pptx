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REACTION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00E8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 TEST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1148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B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— HTML, CSS &amp; JavaScript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3429000"/>
            <a:ext cx="4114800" cy="1188720"/>
          </a:xfrm>
          <a:prstGeom prst="rect">
            <a:avLst/>
          </a:prstGeom>
          <a:solidFill>
            <a:srgbClr val="191B38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566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Jadhav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B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</a:t>
            </a:r>
            <a:pPr indent="0" marL="0">
              <a:buNone/>
            </a:pPr>
            <a:r>
              <a:rPr lang="en-US" sz="13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150096725008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0" y="2011680"/>
            <a:ext cx="2011680" cy="2011680"/>
          </a:xfrm>
          <a:prstGeom prst="ellipse">
            <a:avLst/>
          </a:prstGeom>
          <a:solidFill>
            <a:srgbClr val="00E87A">
              <a:alpha val="120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2743200"/>
            <a:ext cx="1371600" cy="1371600"/>
          </a:xfrm>
          <a:prstGeom prst="ellipse">
            <a:avLst/>
          </a:prstGeom>
          <a:solidFill>
            <a:srgbClr val="00E87A">
              <a:alpha val="250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32B"/>
          </a:solidFill>
          <a:ln w="12700">
            <a:solidFill>
              <a:srgbClr val="1113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82296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Reaction Time Test is a browser-based web application that measures how quickly a user responds to a visual stimulus. It features a multi-page layout with a live test, a local leaderboard, and a community forum — all built without any external frameworks.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2697480" cy="2651760"/>
          </a:xfrm>
          <a:prstGeom prst="rect">
            <a:avLst/>
          </a:prstGeom>
          <a:solidFill>
            <a:srgbClr val="191B38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65960"/>
            <a:ext cx="2697480" cy="10972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48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Reaction Test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5-round timed test with amber wait state and green go signal. Tracks ms per click.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965960"/>
            <a:ext cx="2697480" cy="2651760"/>
          </a:xfrm>
          <a:prstGeom prst="rect">
            <a:avLst/>
          </a:prstGeom>
          <a:solidFill>
            <a:srgbClr val="191B38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965960"/>
            <a:ext cx="2697480" cy="10972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148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60604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to localStorage. Sorted by average reaction time. Highlights top 2 ranks.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965960"/>
            <a:ext cx="2697480" cy="2651760"/>
          </a:xfrm>
          <a:prstGeom prst="rect">
            <a:avLst/>
          </a:prstGeom>
          <a:solidFill>
            <a:srgbClr val="191B38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965960"/>
            <a:ext cx="2697480" cy="10972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148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260604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post board. Players share times and tips. All data stored in localStorage.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Jadhav  |  150096725008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32B"/>
          </a:solidFill>
          <a:ln w="12700">
            <a:solidFill>
              <a:srgbClr val="1113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82296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840480" cy="3657600"/>
          </a:xfrm>
          <a:prstGeom prst="rect">
            <a:avLst/>
          </a:prstGeom>
          <a:solidFill>
            <a:srgbClr val="191B38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Files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reaction-test/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842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3682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style.css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75234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app.js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4206240" cy="1097280"/>
          </a:xfrm>
          <a:prstGeom prst="rect">
            <a:avLst/>
          </a:prstGeom>
          <a:solidFill>
            <a:srgbClr val="191B38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05840"/>
            <a:ext cx="109728" cy="1097280"/>
          </a:xfrm>
          <a:prstGeom prst="rect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73168" y="1463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 — modal, nav, test box, leaderboard table, forum form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240280"/>
            <a:ext cx="4206240" cy="1097280"/>
          </a:xfrm>
          <a:prstGeom prst="rect">
            <a:avLst/>
          </a:prstGeom>
          <a:solidFill>
            <a:srgbClr val="191B38"/>
          </a:solidFill>
          <a:ln w="12700">
            <a:solidFill>
              <a:srgbClr val="61AF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240280"/>
            <a:ext cx="109728" cy="1097280"/>
          </a:xfrm>
          <a:prstGeom prst="rect">
            <a:avLst/>
          </a:prstGeom>
          <a:solidFill>
            <a:srgbClr val="61AFEF"/>
          </a:solidFill>
          <a:ln w="12700">
            <a:solidFill>
              <a:srgbClr val="61AF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331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73168" y="2697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visual styling — variables, animations, responsive layout, dark theme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474720"/>
            <a:ext cx="4206240" cy="1097280"/>
          </a:xfrm>
          <a:prstGeom prst="rect">
            <a:avLst/>
          </a:prstGeom>
          <a:solidFill>
            <a:srgbClr val="191B38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474720"/>
            <a:ext cx="109728" cy="1097280"/>
          </a:xfrm>
          <a:prstGeom prst="rect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3566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73168" y="3931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logic — game state, timing, localStorage, DOM updates, page routing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Jadhav  |  150096725008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32B"/>
          </a:solidFill>
          <a:ln w="12700">
            <a:solidFill>
              <a:srgbClr val="1113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TEST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82296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1645920"/>
          </a:xfrm>
          <a:prstGeom prst="rect">
            <a:avLst/>
          </a:prstGeom>
          <a:solidFill>
            <a:srgbClr val="191B38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502920" cy="502920"/>
          </a:xfrm>
          <a:prstGeom prst="rect">
            <a:avLst/>
          </a:prstGeom>
          <a:solidFill>
            <a:srgbClr val="00E8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4128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Name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asks for player name before anything else.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645920"/>
          </a:xfrm>
          <a:prstGeom prst="rect">
            <a:avLst/>
          </a:prstGeom>
          <a:solidFill>
            <a:srgbClr val="191B38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43000"/>
            <a:ext cx="502920" cy="502920"/>
          </a:xfrm>
          <a:prstGeom prst="rect">
            <a:avLst/>
          </a:prstGeom>
          <a:solidFill>
            <a:srgbClr val="FFAA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50208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691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Start. Box turns amber — random wait begins.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1645920"/>
          </a:xfrm>
          <a:prstGeom prst="rect">
            <a:avLst/>
          </a:prstGeom>
          <a:solidFill>
            <a:srgbClr val="191B38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143000"/>
            <a:ext cx="502920" cy="502920"/>
          </a:xfrm>
          <a:prstGeom prst="rect">
            <a:avLst/>
          </a:prstGeom>
          <a:solidFill>
            <a:srgbClr val="00E8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76288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React!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691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flashes green. Click as fast as possible.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2743200" cy="1645920"/>
          </a:xfrm>
          <a:prstGeom prst="rect">
            <a:avLst/>
          </a:prstGeom>
          <a:solidFill>
            <a:srgbClr val="191B38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63240"/>
            <a:ext cx="502920" cy="502920"/>
          </a:xfrm>
          <a:prstGeom prst="rect">
            <a:avLst/>
          </a:prstGeom>
          <a:solidFill>
            <a:srgbClr val="FFAA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24128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Rounds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3611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5 times. Progress dots track each attempt.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2926080"/>
            <a:ext cx="2743200" cy="1645920"/>
          </a:xfrm>
          <a:prstGeom prst="rect">
            <a:avLst/>
          </a:prstGeom>
          <a:solidFill>
            <a:srgbClr val="191B38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063240"/>
            <a:ext cx="502920" cy="502920"/>
          </a:xfrm>
          <a:prstGeom prst="rect">
            <a:avLst/>
          </a:prstGeom>
          <a:solidFill>
            <a:srgbClr val="00E8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950208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Results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37560" y="3611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and best times shown. Option to save score.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Jadhav  |  150096725008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32B"/>
          </a:solidFill>
          <a:ln w="12700">
            <a:solidFill>
              <a:srgbClr val="1113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JAVASCRIPT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82296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1143000"/>
          </a:xfrm>
          <a:prstGeom prst="rect">
            <a:avLst/>
          </a:prstGeom>
          <a:solidFill>
            <a:srgbClr val="191B38"/>
          </a:solidFill>
          <a:ln w="12700">
            <a:solidFill>
              <a:srgbClr val="7B8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9144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performance.now()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9047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timer for sub-millisecond accuracy. Far more precise than Date.now().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1143000"/>
          </a:xfrm>
          <a:prstGeom prst="rect">
            <a:avLst/>
          </a:prstGeom>
          <a:solidFill>
            <a:srgbClr val="191B38"/>
          </a:solidFill>
          <a:ln w="12700">
            <a:solidFill>
              <a:srgbClr val="7B82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960120"/>
            <a:ext cx="4160520" cy="9144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 / clearTimeout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49047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1.5–3.5s delay before go-signal. Cleared immediately if user clicks too early.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4160520" cy="1143000"/>
          </a:xfrm>
          <a:prstGeom prst="rect">
            <a:avLst/>
          </a:prstGeom>
          <a:solidFill>
            <a:srgbClr val="191B38"/>
          </a:solidFill>
          <a:ln w="12700">
            <a:solidFill>
              <a:srgbClr val="7B82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86000"/>
            <a:ext cx="4160520" cy="9144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23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281635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and forum posts persisted across sessions. No backend or database needed.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2286000"/>
            <a:ext cx="4160520" cy="1143000"/>
          </a:xfrm>
          <a:prstGeom prst="rect">
            <a:avLst/>
          </a:prstGeom>
          <a:solidFill>
            <a:srgbClr val="191B38"/>
          </a:solidFill>
          <a:ln w="12700">
            <a:solidFill>
              <a:srgbClr val="7B82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286000"/>
            <a:ext cx="4160520" cy="9144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423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Machine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81635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runs through idle → wait → go → idle. Each state controls allowed interactions.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611880"/>
            <a:ext cx="4160520" cy="1143000"/>
          </a:xfrm>
          <a:prstGeom prst="rect">
            <a:avLst/>
          </a:prstGeom>
          <a:solidFill>
            <a:srgbClr val="191B38"/>
          </a:solidFill>
          <a:ln w="12700">
            <a:solidFill>
              <a:srgbClr val="7B82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11880"/>
            <a:ext cx="4160520" cy="9144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 Manipulation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414223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swaps drive all visual changes — animations tied to .idle / .wait / .go classes.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3611880"/>
            <a:ext cx="4160520" cy="1143000"/>
          </a:xfrm>
          <a:prstGeom prst="rect">
            <a:avLst/>
          </a:prstGeom>
          <a:solidFill>
            <a:srgbClr val="191B38"/>
          </a:solidFill>
          <a:ln w="12700">
            <a:solidFill>
              <a:srgbClr val="7B82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611880"/>
            <a:ext cx="4160520" cy="9144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Router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414223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showPage() hides all .page divs and shows only the selected one via classList.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Jadhav  |  150096725008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32B"/>
          </a:solidFill>
          <a:ln w="12700">
            <a:solidFill>
              <a:srgbClr val="1113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 &amp; DESIGN HIGHLIGHTS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82296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1554480" cy="914400"/>
          </a:xfrm>
          <a:prstGeom prst="rect">
            <a:avLst/>
          </a:prstGeom>
          <a:solidFill>
            <a:srgbClr val="00E87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--accent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#00E87A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93392" y="914400"/>
            <a:ext cx="1554480" cy="914400"/>
          </a:xfrm>
          <a:prstGeom prst="rect">
            <a:avLst/>
          </a:prstGeom>
          <a:solidFill>
            <a:srgbClr val="FFAA00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9144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--warn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#FFAA00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12464" y="914400"/>
            <a:ext cx="1554480" cy="914400"/>
          </a:xfrm>
          <a:prstGeom prst="rect">
            <a:avLst/>
          </a:prstGeom>
          <a:solidFill>
            <a:srgbClr val="FF3366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2464" y="9144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--danger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#FF3366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31536" y="914400"/>
            <a:ext cx="1554480" cy="914400"/>
          </a:xfrm>
          <a:prstGeom prst="rect">
            <a:avLst/>
          </a:prstGeom>
          <a:solidFill>
            <a:srgbClr val="0D0D1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31536" y="9144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#0D0D1A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50608" y="914400"/>
            <a:ext cx="1554480" cy="914400"/>
          </a:xfrm>
          <a:prstGeom prst="rect">
            <a:avLst/>
          </a:prstGeom>
          <a:solidFill>
            <a:srgbClr val="191B3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50608" y="9144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--surface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#191B38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011680"/>
            <a:ext cx="4160520" cy="822960"/>
          </a:xfrm>
          <a:prstGeom prst="rect">
            <a:avLst/>
          </a:prstGeom>
          <a:solidFill>
            <a:srgbClr val="191B38"/>
          </a:solidFill>
          <a:ln w="12700">
            <a:solidFill>
              <a:srgbClr val="7B82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011680"/>
            <a:ext cx="91440" cy="82296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665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Variables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41401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colours and tokens defined in :root — one-line theme changes.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011680"/>
            <a:ext cx="4160520" cy="822960"/>
          </a:xfrm>
          <a:prstGeom prst="rect">
            <a:avLst/>
          </a:prstGeom>
          <a:solidFill>
            <a:srgbClr val="191B38"/>
          </a:solidFill>
          <a:ln w="12700">
            <a:solidFill>
              <a:srgbClr val="7B82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011680"/>
            <a:ext cx="91440" cy="82296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0665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Keyframe Animations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41401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pulse-warn (amber glow), flash-go (green flash), blink, slideUp.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971800"/>
            <a:ext cx="4160520" cy="822960"/>
          </a:xfrm>
          <a:prstGeom prst="rect">
            <a:avLst/>
          </a:prstGeom>
          <a:solidFill>
            <a:srgbClr val="191B38"/>
          </a:solidFill>
          <a:ln w="12700">
            <a:solidFill>
              <a:srgbClr val="7B82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971800"/>
            <a:ext cx="91440" cy="82296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2666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 Layout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3741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page centred with column flex. Nav uses space-between row flex.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2971800"/>
            <a:ext cx="4160520" cy="822960"/>
          </a:xfrm>
          <a:prstGeom prst="rect">
            <a:avLst/>
          </a:prstGeom>
          <a:solidFill>
            <a:srgbClr val="191B38"/>
          </a:solidFill>
          <a:ln w="12700">
            <a:solidFill>
              <a:srgbClr val="7B82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971800"/>
            <a:ext cx="91440" cy="82296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02666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Backdrop Filter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33741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overlay and sticky nav use blur(8px) for depth effect.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931920"/>
            <a:ext cx="4160520" cy="822960"/>
          </a:xfrm>
          <a:prstGeom prst="rect">
            <a:avLst/>
          </a:prstGeom>
          <a:solidFill>
            <a:srgbClr val="191B38"/>
          </a:solidFill>
          <a:ln w="12700">
            <a:solidFill>
              <a:srgbClr val="7B82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931920"/>
            <a:ext cx="91440" cy="82296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98678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State Classes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33425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.idle / .wait / .go toggled by JS — all visual changes in CSS only.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3931920"/>
            <a:ext cx="4160520" cy="822960"/>
          </a:xfrm>
          <a:prstGeom prst="rect">
            <a:avLst/>
          </a:prstGeom>
          <a:solidFill>
            <a:srgbClr val="191B38"/>
          </a:solidFill>
          <a:ln w="12700">
            <a:solidFill>
              <a:srgbClr val="7B82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931920"/>
            <a:ext cx="91440" cy="82296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98678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Units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92040" y="433425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min(), clamp(), calc() used throughout for fluid sizing.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Jadhav  |  150096725008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4074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Aayush Jadhav  |  Roll No: 150096725008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500" kern="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SUMMARY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47472" cy="34747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17043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HTML, CSS, and JavaScript — zero external libraries or frameworks required.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46504"/>
            <a:ext cx="347472" cy="34747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46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773936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3-file architecture separates structure, style, and behaviour cleanly.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50008"/>
            <a:ext cx="347472" cy="34747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50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pattern keeps game logic predictable and easy to extend.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53512"/>
            <a:ext cx="347472" cy="34747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53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980944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provides full persistence for scores and forum without a server.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57016"/>
            <a:ext cx="347472" cy="34747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570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58444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with CSS variables, keyframe animations, and blur effects throughout.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Reaction Time Test — Web App</dc:title>
  <dc:subject>PptxGenJS Presentation</dc:subject>
  <dc:creator>Aayush Jadhav</dc:creator>
  <cp:lastModifiedBy>Aayush Jadhav</cp:lastModifiedBy>
  <cp:revision>1</cp:revision>
  <dcterms:created xsi:type="dcterms:W3CDTF">2026-03-15T19:12:03Z</dcterms:created>
  <dcterms:modified xsi:type="dcterms:W3CDTF">2026-03-15T19:12:03Z</dcterms:modified>
</cp:coreProperties>
</file>