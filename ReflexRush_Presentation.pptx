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57200"/>
            <a:ext cx="3657600" cy="3657600"/>
          </a:xfrm>
          <a:prstGeom prst="ellipse">
            <a:avLst/>
          </a:prstGeom>
          <a:solidFill>
            <a:srgbClr val="6C63FF">
              <a:alpha val="18000"/>
            </a:srgbClr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828800"/>
            <a:ext cx="2743200" cy="2743200"/>
          </a:xfrm>
          <a:prstGeom prst="ellipse">
            <a:avLst/>
          </a:prstGeom>
          <a:solidFill>
            <a:srgbClr val="00D4AA">
              <a:alpha val="18000"/>
            </a:srgbClr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0292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6C63FF">
              <a:alpha val="7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AA"/>
                </a:solidFill>
              </a:rPr>
              <a:t>CASUAL GAMING  ●  COGNITIVE TECH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ReflexRush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Reaction Time Tester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92B0"/>
                </a:solidFill>
              </a:rPr>
              <a:t>Test. Track. Compete.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92B0"/>
                </a:solidFill>
              </a:rPr>
              <a:t>Measure your reflexes in milliseconds.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3291840" cy="841248"/>
          </a:xfrm>
          <a:prstGeom prst="rect">
            <a:avLst/>
          </a:prstGeom>
          <a:solidFill>
            <a:srgbClr val="1C2038"/>
          </a:solidFill>
          <a:ln w="12700">
            <a:solidFill>
              <a:srgbClr val="252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977640"/>
            <a:ext cx="3291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Aayush Jadhav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</a:rPr>
              <a:t>Roll No: 150096725008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82296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0000"/>
                </a:solidFill>
              </a:rPr>
              <a:t>⚡</a:t>
            </a:r>
            <a:endParaRPr lang="en-US" sz="120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C63FF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Reaction Speed • Accuracy Measurement • Competitive Leaderboard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1829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6C63FF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2651760" cy="2286000"/>
          </a:xfrm>
          <a:prstGeom prst="rect">
            <a:avLst/>
          </a:prstGeom>
          <a:solidFill>
            <a:srgbClr val="1C2038"/>
          </a:solidFill>
          <a:ln w="12700">
            <a:solidFill>
              <a:srgbClr val="252A45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51760" cy="64008"/>
          </a:xfrm>
          <a:prstGeom prst="rect">
            <a:avLst/>
          </a:prstGeom>
          <a:solidFill>
            <a:srgbClr val="FF4F6E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😐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Overly Simplistic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Most reaction tests are single-click and lack structured workflows or accurate measurement.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51760" cy="2286000"/>
          </a:xfrm>
          <a:prstGeom prst="rect">
            <a:avLst/>
          </a:prstGeom>
          <a:solidFill>
            <a:srgbClr val="1C2038"/>
          </a:solidFill>
          <a:ln w="12700">
            <a:solidFill>
              <a:srgbClr val="252A45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2651760" cy="64008"/>
          </a:xfrm>
          <a:prstGeom prst="rect">
            <a:avLst/>
          </a:prstGeom>
          <a:solidFill>
            <a:srgbClr val="FF4F6E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📉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91840" y="2103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Progress Tracking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560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Users cannot monitor improvement trends, compare previous attempts, or set personal records.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51760" cy="2286000"/>
          </a:xfrm>
          <a:prstGeom prst="rect">
            <a:avLst/>
          </a:prstGeom>
          <a:solidFill>
            <a:srgbClr val="1C2038"/>
          </a:solidFill>
          <a:ln w="12700">
            <a:solidFill>
              <a:srgbClr val="252A45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34440"/>
            <a:ext cx="2651760" cy="64008"/>
          </a:xfrm>
          <a:prstGeom prst="rect">
            <a:avLst/>
          </a:prstGeom>
          <a:solidFill>
            <a:srgbClr val="FF4F6E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🏅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26480" y="2103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Competition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560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Zero competitive features — no leaderboards, tiers, or community benchmarks for comparison.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8412480" cy="822960"/>
          </a:xfrm>
          <a:prstGeom prst="rect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033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D4AA"/>
                </a:solidFill>
              </a:rPr>
              <a:t>✅  Solution: ReflexRush delivers structured 5-attempt rounds, millisecond accuracy, false-click detection, averaged scores, and a ranked leaderboard — all in one clean interface.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51829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</a:rPr>
              <a:t>Aayush Jadhav  |  150096725008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1829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Technical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2697480" cy="3200400"/>
          </a:xfrm>
          <a:prstGeom prst="rect">
            <a:avLst/>
          </a:prstGeom>
          <a:solidFill>
            <a:srgbClr val="1C2038"/>
          </a:solidFill>
          <a:ln w="12700">
            <a:solidFill>
              <a:srgbClr val="252A45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697480" cy="475488"/>
          </a:xfrm>
          <a:prstGeom prst="rect">
            <a:avLst/>
          </a:prstGeom>
          <a:solidFill>
            <a:srgbClr val="FF4F6E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HTML5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</a:rPr>
              <a:t>Reaction display box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</a:rPr>
              <a:t>Start button &amp; timer panel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</a:rPr>
              <a:t>Attempt counter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</a:rPr>
              <a:t>Result &amp; leaderboard sections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</a:rPr>
              <a:t>Navigation tabs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97480" cy="3200400"/>
          </a:xfrm>
          <a:prstGeom prst="rect">
            <a:avLst/>
          </a:prstGeom>
          <a:solidFill>
            <a:srgbClr val="1C2038"/>
          </a:solidFill>
          <a:ln w="12700">
            <a:solidFill>
              <a:srgbClr val="252A45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697480" cy="475488"/>
          </a:xfrm>
          <a:prstGeom prst="rect">
            <a:avLst/>
          </a:prstGeom>
          <a:solidFill>
            <a:srgbClr val="FFCD3C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1430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CSS3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719072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</a:rPr>
              <a:t>Dynamic color state indicators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</a:rPr>
              <a:t>Responsive fluid layout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</a:rPr>
              <a:t>Dark-mode card system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</a:rPr>
              <a:t>Leaderboard tier badges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</a:rPr>
              <a:t>Smooth animations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143000"/>
            <a:ext cx="2697480" cy="3200400"/>
          </a:xfrm>
          <a:prstGeom prst="rect">
            <a:avLst/>
          </a:prstGeom>
          <a:solidFill>
            <a:srgbClr val="1C2038"/>
          </a:solidFill>
          <a:ln w="12700">
            <a:solidFill>
              <a:srgbClr val="252A45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143000"/>
            <a:ext cx="2697480" cy="475488"/>
          </a:xfrm>
          <a:prstGeom prst="rect">
            <a:avLst/>
          </a:prstGeom>
          <a:solidFill>
            <a:srgbClr val="6C63FF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1430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JavaScript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1719072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</a:rPr>
              <a:t>Random delay generation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</a:rPr>
              <a:t>performance.now() timing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</a:rPr>
              <a:t>False-click detection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</a:rPr>
              <a:t>5-attempt averaging logic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E8EAF6"/>
                </a:solidFill>
              </a:rPr>
              <a:t>localStorage persistence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51829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</a:rPr>
              <a:t>Aayush Jadhav  |  150096725008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1829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Core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6C63FF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2697480" cy="1600200"/>
          </a:xfrm>
          <a:prstGeom prst="rect">
            <a:avLst/>
          </a:prstGeom>
          <a:solidFill>
            <a:srgbClr val="1C2038"/>
          </a:solidFill>
          <a:ln w="12700">
            <a:solidFill>
              <a:srgbClr val="252A45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07592"/>
            <a:ext cx="475488" cy="475488"/>
          </a:xfrm>
          <a:prstGeom prst="ellipse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3075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Instant Reaction Timer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85623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92B0"/>
                </a:solidFill>
              </a:rPr>
              <a:t>Measures click latency in milliseconds using high-resolution performance.now() API.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97480" cy="1600200"/>
          </a:xfrm>
          <a:prstGeom prst="rect">
            <a:avLst/>
          </a:prstGeom>
          <a:solidFill>
            <a:srgbClr val="1C2038"/>
          </a:solidFill>
          <a:ln w="12700">
            <a:solidFill>
              <a:srgbClr val="252A45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307592"/>
            <a:ext cx="475488" cy="475488"/>
          </a:xfrm>
          <a:prstGeom prst="ellipse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86200" y="13075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Random Delay Engine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64992" y="185623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92B0"/>
                </a:solidFill>
              </a:rPr>
              <a:t>1.5–4.5 second unpredictable delays prevent anticipation and ensure accurate results.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143000"/>
            <a:ext cx="2697480" cy="1600200"/>
          </a:xfrm>
          <a:prstGeom prst="rect">
            <a:avLst/>
          </a:prstGeom>
          <a:solidFill>
            <a:srgbClr val="1C2038"/>
          </a:solidFill>
          <a:ln w="12700">
            <a:solidFill>
              <a:srgbClr val="252A45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307592"/>
            <a:ext cx="475488" cy="475488"/>
          </a:xfrm>
          <a:prstGeom prst="ellipse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🚫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13075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False-Click Detection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45352" y="185623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92B0"/>
                </a:solidFill>
              </a:rPr>
              <a:t>Early clicks are penalized — the round is invalidated and the user must retry.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2697480" cy="1600200"/>
          </a:xfrm>
          <a:prstGeom prst="rect">
            <a:avLst/>
          </a:prstGeom>
          <a:solidFill>
            <a:srgbClr val="1C2038"/>
          </a:solidFill>
          <a:ln w="12700">
            <a:solidFill>
              <a:srgbClr val="252A45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36392"/>
            <a:ext cx="475488" cy="475488"/>
          </a:xfrm>
          <a:prstGeom prst="ellipse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31363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5-Attempt Averaging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" y="368503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92B0"/>
                </a:solidFill>
              </a:rPr>
              <a:t>Average, best, worst, and spread scores calculated across each full round.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697480" cy="1600200"/>
          </a:xfrm>
          <a:prstGeom prst="rect">
            <a:avLst/>
          </a:prstGeom>
          <a:solidFill>
            <a:srgbClr val="1C2038"/>
          </a:solidFill>
          <a:ln w="12700">
            <a:solidFill>
              <a:srgbClr val="252A45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3136392"/>
            <a:ext cx="475488" cy="475488"/>
          </a:xfrm>
          <a:prstGeom prst="ellipse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86200" y="31363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Ranked Leaderboard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64992" y="368503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92B0"/>
                </a:solidFill>
              </a:rPr>
              <a:t>Scores saved to localStorage and sorted by average time. Tier badges awarded.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2971800"/>
            <a:ext cx="2697480" cy="1600200"/>
          </a:xfrm>
          <a:prstGeom prst="rect">
            <a:avLst/>
          </a:prstGeom>
          <a:solidFill>
            <a:srgbClr val="1C2038"/>
          </a:solidFill>
          <a:ln w="12700">
            <a:solidFill>
              <a:srgbClr val="252A45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136392"/>
            <a:ext cx="475488" cy="475488"/>
          </a:xfrm>
          <a:prstGeom prst="ellipse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66560" y="31363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Community Forum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45352" y="368503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92B0"/>
                </a:solidFill>
              </a:rPr>
              <a:t>Persistent forum for tips, records, and discussion between players.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51829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</a:rPr>
              <a:t>Aayush Jadhav  |  150096725008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1829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User Journey &amp; UX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FCD3C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188720"/>
            <a:ext cx="1097280" cy="10972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0D0F1A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0664" y="1188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Start Test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Click Start button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47088" y="1719072"/>
            <a:ext cx="274320" cy="0"/>
          </a:xfrm>
          <a:prstGeom prst="line">
            <a:avLst/>
          </a:prstGeom>
          <a:noFill/>
          <a:ln w="25400">
            <a:solidFill>
              <a:srgbClr val="252A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04872" y="1188720"/>
            <a:ext cx="1097280" cy="1097280"/>
          </a:xfrm>
          <a:prstGeom prst="ellipse">
            <a:avLst/>
          </a:prstGeom>
          <a:solidFill>
            <a:srgbClr val="FF4F6E"/>
          </a:solidFill>
          <a:ln w="12700">
            <a:solidFill>
              <a:srgbClr val="0D0F1A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04872" y="1188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21408" y="242316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F6E"/>
                </a:solidFill>
              </a:rPr>
              <a:t>Wait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21408" y="278892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Screen turns red — hold!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11296" y="1719072"/>
            <a:ext cx="274320" cy="0"/>
          </a:xfrm>
          <a:prstGeom prst="line">
            <a:avLst/>
          </a:prstGeom>
          <a:noFill/>
          <a:ln w="25400">
            <a:solidFill>
              <a:srgbClr val="252A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9080" y="1188720"/>
            <a:ext cx="1097280" cy="109728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D0F1A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69080" y="1188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785616" y="242316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GO!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85616" y="278892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Screen turns green — click!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75504" y="1719072"/>
            <a:ext cx="274320" cy="0"/>
          </a:xfrm>
          <a:prstGeom prst="line">
            <a:avLst/>
          </a:prstGeom>
          <a:noFill/>
          <a:ln w="25400">
            <a:solidFill>
              <a:srgbClr val="252A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33288" y="1188720"/>
            <a:ext cx="1097280" cy="1097280"/>
          </a:xfrm>
          <a:prstGeom prst="ellipse">
            <a:avLst/>
          </a:prstGeom>
          <a:solidFill>
            <a:srgbClr val="FFCD3C"/>
          </a:solidFill>
          <a:ln w="12700">
            <a:solidFill>
              <a:srgbClr val="0D0F1A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33288" y="1188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49824" y="242316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3C"/>
                </a:solidFill>
              </a:rPr>
              <a:t>Result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9824" y="278892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Reaction time shown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39712" y="1719072"/>
            <a:ext cx="274320" cy="0"/>
          </a:xfrm>
          <a:prstGeom prst="line">
            <a:avLst/>
          </a:prstGeom>
          <a:noFill/>
          <a:ln w="25400">
            <a:solidFill>
              <a:srgbClr val="252A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97496" y="1188720"/>
            <a:ext cx="1097280" cy="10972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0D0F1A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97496" y="1188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114032" y="242316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Leaderboard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14032" y="278892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Score saved &amp; ranked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429000"/>
            <a:ext cx="8229600" cy="1280160"/>
          </a:xfrm>
          <a:prstGeom prst="rect">
            <a:avLst/>
          </a:prstGeom>
          <a:solidFill>
            <a:srgbClr val="1C2038"/>
          </a:solidFill>
          <a:ln w="12700">
            <a:solidFill>
              <a:srgbClr val="252A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429000"/>
            <a:ext cx="64008" cy="1280160"/>
          </a:xfrm>
          <a:prstGeom prst="rect">
            <a:avLst/>
          </a:prstGeom>
          <a:solidFill>
            <a:srgbClr val="00D4AA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4930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Key Behavioral Rules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382219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AF6"/>
                </a:solidFill>
              </a:rPr>
              <a:t>• Early click = round void + retry penalty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AF6"/>
                </a:solidFill>
              </a:rPr>
              <a:t>• 5 valid attempts required per round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AF6"/>
                </a:solidFill>
              </a:rPr>
              <a:t>• Score saved only after full round completion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382219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AF6"/>
                </a:solidFill>
              </a:rPr>
              <a:t>• Average time determines leaderboard rank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AF6"/>
                </a:solidFill>
              </a:rPr>
              <a:t>• Tiers: Elite &lt;180ms | Pro &lt;220ms | Advanced &lt;260ms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AF6"/>
                </a:solidFill>
              </a:rPr>
              <a:t>• Forum persists across sessions via localStorage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51829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</a:rPr>
              <a:t>Aayush Jadhav  |  150096725008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1829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Pricing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2697480" cy="3566160"/>
          </a:xfrm>
          <a:prstGeom prst="rect">
            <a:avLst/>
          </a:prstGeom>
          <a:solidFill>
            <a:srgbClr val="1C2038"/>
          </a:solidFill>
          <a:ln w="12700">
            <a:solidFill>
              <a:srgbClr val="252A45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697480" cy="54864"/>
          </a:xfrm>
          <a:prstGeom prst="rect">
            <a:avLst/>
          </a:prstGeom>
          <a:solidFill>
            <a:srgbClr val="8892B0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92B0"/>
                </a:solidFill>
              </a:rPr>
              <a:t>FREE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₹0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230428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</a:rPr>
              <a:t>Forever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8EAF6"/>
                </a:solidFill>
              </a:rPr>
              <a:t>5-attempt reaction test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8EAF6"/>
                </a:solidFill>
              </a:rPr>
              <a:t>Instant ms result display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8EAF6"/>
                </a:solidFill>
              </a:rPr>
              <a:t>Basic leaderboard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8EAF6"/>
                </a:solidFill>
              </a:rPr>
              <a:t>Community forum access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8EAF6"/>
                </a:solidFill>
              </a:rPr>
              <a:t>Personal best tracking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697480" cy="3566160"/>
          </a:xfrm>
          <a:prstGeom prst="rect">
            <a:avLst/>
          </a:prstGeom>
          <a:solidFill>
            <a:srgbClr val="1C2038"/>
          </a:solidFill>
          <a:ln w="25400">
            <a:solidFill>
              <a:srgbClr val="6C63FF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23360" y="1078992"/>
            <a:ext cx="1051560" cy="274320"/>
          </a:xfrm>
          <a:prstGeom prst="rect">
            <a:avLst/>
          </a:prstGeom>
          <a:solidFill>
            <a:srgbClr val="6C63FF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0789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POPULAR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0" y="1143000"/>
            <a:ext cx="269748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23444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63FF"/>
                </a:solidFill>
              </a:rPr>
              <a:t>PRO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0" y="16916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₹199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00400" y="230428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</a:rPr>
              <a:t>/ month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6517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8EAF6"/>
                </a:solidFill>
              </a:rPr>
              <a:t>Everything in Free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8EAF6"/>
                </a:solidFill>
              </a:rPr>
              <a:t>Multi-signal mode (3 signals)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8EAF6"/>
                </a:solidFill>
              </a:rPr>
              <a:t>Advanced performance analytics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8EAF6"/>
                </a:solidFill>
              </a:rPr>
              <a:t>Trend charts &amp; history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8EAF6"/>
                </a:solidFill>
              </a:rPr>
              <a:t>Priority leaderboard placement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0760" y="1143000"/>
            <a:ext cx="2697480" cy="3566160"/>
          </a:xfrm>
          <a:prstGeom prst="rect">
            <a:avLst/>
          </a:prstGeom>
          <a:solidFill>
            <a:srgbClr val="1C2038"/>
          </a:solidFill>
          <a:ln w="12700">
            <a:solidFill>
              <a:srgbClr val="252A45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143000"/>
            <a:ext cx="2697480" cy="54864"/>
          </a:xfrm>
          <a:prstGeom prst="rect">
            <a:avLst/>
          </a:prstGeom>
          <a:solidFill>
            <a:srgbClr val="FFCD3C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23444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D3C"/>
                </a:solidFill>
              </a:rPr>
              <a:t>ELITE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80760" y="16916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₹499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080760" y="230428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</a:rPr>
              <a:t>/ month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26517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8EAF6"/>
                </a:solidFill>
              </a:rPr>
              <a:t>Everything in Pro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8EAF6"/>
                </a:solidFill>
              </a:rPr>
              <a:t>Achievement badge system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8EAF6"/>
                </a:solidFill>
              </a:rPr>
              <a:t>Ranking tier certificates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8EAF6"/>
                </a:solidFill>
              </a:rPr>
              <a:t>Custom avatar &amp; profile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8EAF6"/>
                </a:solidFill>
              </a:rPr>
              <a:t>Early access to new modes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51829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</a:rPr>
              <a:t>Aayush Jadhav  |  150096725008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1829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Performance Analytics &amp; Benchmarks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6C63FF"/>
          </a:solidFill>
          <a:ln w="12700">
            <a:solidFill>
              <a:srgbClr val="0D0F1A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754880" cy="3200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Population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CD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⚡ Elite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&lt;180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esports/pro gamers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🔥 Pro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180–220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Above-average gamers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C63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🎯 Advanced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220–260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Regular gamers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30%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👍 Average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260–320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adults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4F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🐢 Slow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&gt;320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Beginners / tired users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Bottom 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03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94960" y="1097280"/>
            <a:ext cx="3291840" cy="914400"/>
          </a:xfrm>
          <a:prstGeom prst="rect">
            <a:avLst/>
          </a:prstGeom>
          <a:solidFill>
            <a:srgbClr val="1C2038"/>
          </a:solidFill>
          <a:ln w="12700">
            <a:solidFill>
              <a:srgbClr val="252A45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94960" y="1097280"/>
            <a:ext cx="64008" cy="914400"/>
          </a:xfrm>
          <a:prstGeom prst="rect">
            <a:avLst/>
          </a:prstGeom>
          <a:solidFill>
            <a:srgbClr val="6C63FF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0" y="1188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63FF"/>
                </a:solidFill>
              </a:rPr>
              <a:t>~250ms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0" y="1600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</a:rPr>
              <a:t>Avg Human Reaction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94960" y="2167128"/>
            <a:ext cx="3291840" cy="914400"/>
          </a:xfrm>
          <a:prstGeom prst="rect">
            <a:avLst/>
          </a:prstGeom>
          <a:solidFill>
            <a:srgbClr val="1C2038"/>
          </a:solidFill>
          <a:ln w="12700">
            <a:solidFill>
              <a:srgbClr val="252A45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94960" y="2167128"/>
            <a:ext cx="64008" cy="914400"/>
          </a:xfrm>
          <a:prstGeom prst="rect">
            <a:avLst/>
          </a:prstGeom>
          <a:solidFill>
            <a:srgbClr val="FFCD3C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22585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D3C"/>
                </a:solidFill>
              </a:rPr>
              <a:t>~170ms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486400" y="26700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</a:rPr>
              <a:t>Elite Gamer Record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94960" y="3236976"/>
            <a:ext cx="3291840" cy="914400"/>
          </a:xfrm>
          <a:prstGeom prst="rect">
            <a:avLst/>
          </a:prstGeom>
          <a:solidFill>
            <a:srgbClr val="1C2038"/>
          </a:solidFill>
          <a:ln w="12700">
            <a:solidFill>
              <a:srgbClr val="252A45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94960" y="3236976"/>
            <a:ext cx="64008" cy="914400"/>
          </a:xfrm>
          <a:prstGeom prst="rect">
            <a:avLst/>
          </a:prstGeom>
          <a:solidFill>
            <a:srgbClr val="00D4AA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0" y="332841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</a:rPr>
              <a:t>5x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486400" y="373989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</a:rPr>
              <a:t>Attempts Per Round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94960" y="4206240"/>
            <a:ext cx="3291840" cy="502920"/>
          </a:xfrm>
          <a:prstGeom prst="rect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40680" y="4206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D4AA"/>
                </a:solidFill>
              </a:rPr>
              <a:t>Scores improve ~15% after 5 sessions of consistent daily practice.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51829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</a:rPr>
              <a:t>Aayush Jadhav  |  150096725008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63FF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274320"/>
            <a:ext cx="2743200" cy="2743200"/>
          </a:xfrm>
          <a:prstGeom prst="ellipse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36576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0" dirty="0">
                <a:solidFill>
                  <a:srgbClr val="000000"/>
                </a:solidFill>
              </a:rPr>
              <a:t>⚡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ReflexRush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D4AA"/>
                </a:solidFill>
              </a:rPr>
              <a:t>Where speed meets skill. Where milliseconds define champions.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551176"/>
            <a:ext cx="347472" cy="347472"/>
          </a:xfrm>
          <a:prstGeom prst="ellipse">
            <a:avLst/>
          </a:prstGeom>
          <a:solidFill>
            <a:srgbClr val="6C63FF">
              <a:alpha val="4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551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74520" y="251460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</a:rPr>
              <a:t>Solves the gap in casual reaction time testing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3026664"/>
            <a:ext cx="347472" cy="347472"/>
          </a:xfrm>
          <a:prstGeom prst="ellipse">
            <a:avLst/>
          </a:prstGeom>
          <a:solidFill>
            <a:srgbClr val="6C63FF">
              <a:alpha val="4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🛠️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74520" y="2990088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</a:rPr>
              <a:t>Built with pure HTML, CSS, JavaScript — no dependencies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3502152"/>
            <a:ext cx="347472" cy="347472"/>
          </a:xfrm>
          <a:prstGeom prst="ellipse">
            <a:avLst/>
          </a:prstGeom>
          <a:solidFill>
            <a:srgbClr val="6C63FF">
              <a:alpha val="4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74520" y="3465576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</a:rPr>
              <a:t>Tracks personal progress with persistent localStorage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3977640"/>
            <a:ext cx="347472" cy="347472"/>
          </a:xfrm>
          <a:prstGeom prst="ellipse">
            <a:avLst/>
          </a:prstGeom>
          <a:solidFill>
            <a:srgbClr val="6C63FF">
              <a:alpha val="4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74520" y="3941064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</a:rPr>
              <a:t>Freemium pricing maximises accessibility and monetisation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151829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</a:rPr>
              <a:t>Aayush Jadhav  |  Roll No: 150096725008  |  ReflexRush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ReflexRush – Reaction Time Tester</dc:title>
  <dc:subject>PptxGenJS Presentation</dc:subject>
  <dc:creator>Aayush Jadhav</dc:creator>
  <cp:lastModifiedBy>Aayush Jadhav</cp:lastModifiedBy>
  <cp:revision>1</cp:revision>
  <dcterms:created xsi:type="dcterms:W3CDTF">2026-03-11T13:55:56Z</dcterms:created>
  <dcterms:modified xsi:type="dcterms:W3CDTF">2026-03-11T13:55:56Z</dcterms:modified>
</cp:coreProperties>
</file>